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15BBE-F3B8-4C30-A690-0947F10B2476}" v="1" dt="2025-04-30T09:36:08.85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eeexplore.ieee.org/document/8954007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Freeform 3"/>
          <p:cNvSpPr/>
          <p:nvPr/>
        </p:nvSpPr>
        <p:spPr>
          <a:xfrm>
            <a:off x="6214197" y="189277"/>
            <a:ext cx="5292018" cy="167884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Freeform 4"/>
          <p:cNvSpPr/>
          <p:nvPr/>
        </p:nvSpPr>
        <p:spPr>
          <a:xfrm>
            <a:off x="2274367" y="302298"/>
            <a:ext cx="3042519" cy="145280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Freeform 5"/>
          <p:cNvSpPr/>
          <p:nvPr/>
        </p:nvSpPr>
        <p:spPr>
          <a:xfrm>
            <a:off x="13119591" y="302298"/>
            <a:ext cx="1868214" cy="18682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extBox 6"/>
          <p:cNvSpPr txBox="1"/>
          <p:nvPr/>
        </p:nvSpPr>
        <p:spPr>
          <a:xfrm>
            <a:off x="3521398" y="3843350"/>
            <a:ext cx="10677617" cy="4772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5400"/>
              </a:lnSpc>
            </a:pPr>
            <a:endParaRPr dirty="0"/>
          </a:p>
          <a:p>
            <a:pPr algn="just">
              <a:lnSpc>
                <a:spcPts val="5400"/>
              </a:lnSpc>
              <a:defRPr sz="2900" b="1">
                <a:latin typeface="Poppins Semi-Bold"/>
                <a:ea typeface="Poppins Semi-Bold"/>
                <a:cs typeface="Poppins Semi-Bold"/>
                <a:sym typeface="Poppins Semi-Bold"/>
              </a:defRPr>
            </a:pPr>
            <a:r>
              <a:rPr dirty="0"/>
              <a:t>•Problem Statement Title -Smart Student Assistant using AI</a:t>
            </a:r>
          </a:p>
          <a:p>
            <a:pPr algn="just">
              <a:lnSpc>
                <a:spcPts val="5400"/>
              </a:lnSpc>
              <a:defRPr sz="2900" b="1">
                <a:latin typeface="Poppins Semi-Bold"/>
                <a:ea typeface="Poppins Semi-Bold"/>
                <a:cs typeface="Poppins Semi-Bold"/>
                <a:sym typeface="Poppins Semi-Bold"/>
              </a:defRPr>
            </a:pPr>
            <a:r>
              <a:rPr dirty="0"/>
              <a:t>•Theme -Artificial Intelligence</a:t>
            </a:r>
          </a:p>
          <a:p>
            <a:pPr algn="just">
              <a:lnSpc>
                <a:spcPts val="5400"/>
              </a:lnSpc>
              <a:defRPr sz="2900" b="1">
                <a:latin typeface="Poppins Semi-Bold"/>
                <a:ea typeface="Poppins Semi-Bold"/>
                <a:cs typeface="Poppins Semi-Bold"/>
                <a:sym typeface="Poppins Semi-Bold"/>
              </a:defRPr>
            </a:pPr>
            <a:r>
              <a:rPr dirty="0"/>
              <a:t>•Team ID - HITBIN34</a:t>
            </a:r>
          </a:p>
          <a:p>
            <a:pPr algn="just">
              <a:lnSpc>
                <a:spcPts val="5400"/>
              </a:lnSpc>
              <a:defRPr sz="2900" b="1">
                <a:latin typeface="Poppins Semi-Bold"/>
                <a:ea typeface="Poppins Semi-Bold"/>
                <a:cs typeface="Poppins Semi-Bold"/>
                <a:sym typeface="Poppins Semi-Bold"/>
              </a:defRPr>
            </a:pPr>
            <a:r>
              <a:rPr dirty="0"/>
              <a:t>•Team Name (Registered on Website) -Binary Bros</a:t>
            </a:r>
          </a:p>
          <a:p>
            <a:pPr>
              <a:lnSpc>
                <a:spcPts val="5400"/>
              </a:lnSpc>
              <a:defRPr sz="2900" b="1">
                <a:latin typeface="Poppins Semi-Bold"/>
                <a:ea typeface="Poppins Semi-Bold"/>
                <a:cs typeface="Poppins Semi-Bold"/>
                <a:sym typeface="Poppins Semi-Bold"/>
              </a:defRPr>
            </a:pPr>
            <a:r>
              <a:rPr dirty="0"/>
              <a:t>•Participant Names - </a:t>
            </a:r>
            <a:r>
              <a:rPr dirty="0" err="1"/>
              <a:t>A.Hiteshwar</a:t>
            </a:r>
            <a:endParaRPr dirty="0"/>
          </a:p>
          <a:p>
            <a:pPr>
              <a:lnSpc>
                <a:spcPts val="5400"/>
              </a:lnSpc>
              <a:defRPr sz="2900" b="1">
                <a:latin typeface="Poppins Semi-Bold"/>
                <a:ea typeface="Poppins Semi-Bold"/>
                <a:cs typeface="Poppins Semi-Bold"/>
                <a:sym typeface="Poppins Semi-Bold"/>
              </a:defRPr>
            </a:pPr>
            <a:r>
              <a:rPr dirty="0"/>
              <a:t>                                   </a:t>
            </a:r>
            <a:r>
              <a:rPr lang="en-IN"/>
              <a:t>   </a:t>
            </a:r>
            <a:r>
              <a:t> </a:t>
            </a:r>
            <a:r>
              <a:rPr dirty="0" err="1"/>
              <a:t>S.Lokesh</a:t>
            </a:r>
            <a:r>
              <a:rPr dirty="0"/>
              <a:t> Varma</a:t>
            </a:r>
          </a:p>
        </p:txBody>
      </p:sp>
      <p:sp>
        <p:nvSpPr>
          <p:cNvPr id="99" name="Freeform 7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TextBox 8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01</a:t>
            </a:r>
          </a:p>
        </p:txBody>
      </p:sp>
      <p:sp>
        <p:nvSpPr>
          <p:cNvPr id="101" name="TextBox 9"/>
          <p:cNvSpPr txBox="1"/>
          <p:nvPr/>
        </p:nvSpPr>
        <p:spPr>
          <a:xfrm>
            <a:off x="5734076" y="1951437"/>
            <a:ext cx="6730980" cy="2759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7600"/>
              </a:lnSpc>
            </a:pPr>
            <a:endParaRPr dirty="0"/>
          </a:p>
          <a:p>
            <a:pPr algn="ctr">
              <a:lnSpc>
                <a:spcPts val="7600"/>
              </a:lnSpc>
              <a:defRPr sz="5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TITLE PAGE</a:t>
            </a:r>
          </a:p>
        </p:txBody>
      </p:sp>
      <p:sp>
        <p:nvSpPr>
          <p:cNvPr id="102" name="TextBox 10"/>
          <p:cNvSpPr txBox="1"/>
          <p:nvPr/>
        </p:nvSpPr>
        <p:spPr>
          <a:xfrm>
            <a:off x="3321978" y="9794298"/>
            <a:ext cx="11076456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Sri Indu College of Engg &amp; Tech - Cyber Club, Department of Cyber Security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Freeform 3"/>
          <p:cNvSpPr/>
          <p:nvPr/>
        </p:nvSpPr>
        <p:spPr>
          <a:xfrm>
            <a:off x="15910982" y="463512"/>
            <a:ext cx="2113660" cy="100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Freeform 4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Freeform 5"/>
          <p:cNvSpPr/>
          <p:nvPr/>
        </p:nvSpPr>
        <p:spPr>
          <a:xfrm>
            <a:off x="578499" y="674602"/>
            <a:ext cx="1854575" cy="11552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" name="TextBox 9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02</a:t>
            </a:r>
          </a:p>
        </p:txBody>
      </p:sp>
      <p:sp>
        <p:nvSpPr>
          <p:cNvPr id="109" name="TextBox 10"/>
          <p:cNvSpPr txBox="1"/>
          <p:nvPr/>
        </p:nvSpPr>
        <p:spPr>
          <a:xfrm>
            <a:off x="5229577" y="604468"/>
            <a:ext cx="8779602" cy="188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600"/>
              </a:lnSpc>
              <a:defRPr sz="5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Smart Student Assistant using AI</a:t>
            </a:r>
          </a:p>
        </p:txBody>
      </p:sp>
      <p:sp>
        <p:nvSpPr>
          <p:cNvPr id="110" name="TextBox 11"/>
          <p:cNvSpPr txBox="1"/>
          <p:nvPr/>
        </p:nvSpPr>
        <p:spPr>
          <a:xfrm>
            <a:off x="3605772" y="9794298"/>
            <a:ext cx="10491194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Sri Indu College of Engg &amp; Tech - Cyber Club, Department of Cyber Security</a:t>
            </a:r>
          </a:p>
        </p:txBody>
      </p:sp>
      <p:sp>
        <p:nvSpPr>
          <p:cNvPr id="111" name="TextBox 12"/>
          <p:cNvSpPr txBox="1"/>
          <p:nvPr/>
        </p:nvSpPr>
        <p:spPr>
          <a:xfrm>
            <a:off x="793673" y="882422"/>
            <a:ext cx="1424229" cy="669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</a:t>
            </a:r>
          </a:p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Bros</a:t>
            </a:r>
          </a:p>
        </p:txBody>
      </p:sp>
      <p:sp>
        <p:nvSpPr>
          <p:cNvPr id="112" name="TextBox 14"/>
          <p:cNvSpPr txBox="1"/>
          <p:nvPr/>
        </p:nvSpPr>
        <p:spPr>
          <a:xfrm>
            <a:off x="1845530" y="3718777"/>
            <a:ext cx="14596940" cy="474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81000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AI-powered assistant to manage study schedules and remind students of deadlines.</a:t>
            </a:r>
          </a:p>
          <a:p>
            <a:pPr marL="381000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Answers academic questions using a custom-trained knowledge base.</a:t>
            </a:r>
          </a:p>
          <a:p>
            <a:pPr marL="381000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Adapts to individual learning patterns for personalized support.</a:t>
            </a:r>
          </a:p>
          <a:p>
            <a:pPr marL="381000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Integrates with school platforms for real-time updates and smart planning.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Freeform 3"/>
          <p:cNvSpPr/>
          <p:nvPr/>
        </p:nvSpPr>
        <p:spPr>
          <a:xfrm>
            <a:off x="15910982" y="463512"/>
            <a:ext cx="2113660" cy="100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" name="Freeform 4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" name="Freeform 5"/>
          <p:cNvSpPr/>
          <p:nvPr/>
        </p:nvSpPr>
        <p:spPr>
          <a:xfrm>
            <a:off x="578499" y="674602"/>
            <a:ext cx="1854575" cy="11552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TextBox 6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03</a:t>
            </a:r>
          </a:p>
        </p:txBody>
      </p:sp>
      <p:sp>
        <p:nvSpPr>
          <p:cNvPr id="119" name="TextBox 7"/>
          <p:cNvSpPr txBox="1"/>
          <p:nvPr/>
        </p:nvSpPr>
        <p:spPr>
          <a:xfrm>
            <a:off x="4721123" y="640956"/>
            <a:ext cx="9226961" cy="956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900"/>
              </a:lnSpc>
              <a:defRPr sz="5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TECHNICAL APPROACH</a:t>
            </a:r>
          </a:p>
        </p:txBody>
      </p:sp>
      <p:sp>
        <p:nvSpPr>
          <p:cNvPr id="120" name="TextBox 8"/>
          <p:cNvSpPr txBox="1"/>
          <p:nvPr/>
        </p:nvSpPr>
        <p:spPr>
          <a:xfrm>
            <a:off x="3164260" y="9794298"/>
            <a:ext cx="10783825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Sri Indu College of Engg &amp; Tech - Cyber Club, Department of Cyber Security</a:t>
            </a:r>
          </a:p>
        </p:txBody>
      </p:sp>
      <p:sp>
        <p:nvSpPr>
          <p:cNvPr id="121" name="TextBox 9"/>
          <p:cNvSpPr txBox="1"/>
          <p:nvPr/>
        </p:nvSpPr>
        <p:spPr>
          <a:xfrm>
            <a:off x="793673" y="882422"/>
            <a:ext cx="1424229" cy="669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</a:t>
            </a:r>
          </a:p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Bros</a:t>
            </a:r>
          </a:p>
        </p:txBody>
      </p:sp>
      <p:sp>
        <p:nvSpPr>
          <p:cNvPr id="122" name="TextBox 10"/>
          <p:cNvSpPr txBox="1"/>
          <p:nvPr/>
        </p:nvSpPr>
        <p:spPr>
          <a:xfrm>
            <a:off x="1028699" y="3628287"/>
            <a:ext cx="17133474" cy="395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81000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Programming Languages: Python (for backend, AI/ML), JavaScript (for frontend interactions)</a:t>
            </a:r>
            <a:r>
              <a:rPr lang="en-IN" dirty="0"/>
              <a:t>,TypeScript</a:t>
            </a:r>
            <a:endParaRPr dirty="0"/>
          </a:p>
          <a:p>
            <a:pPr marL="381000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Frameworks:React</a:t>
            </a:r>
            <a:r>
              <a:rPr dirty="0"/>
              <a:t> (frontend), TensorFlow or </a:t>
            </a:r>
            <a:r>
              <a:rPr dirty="0" err="1"/>
              <a:t>PyTorch</a:t>
            </a:r>
            <a:r>
              <a:rPr dirty="0"/>
              <a:t> (for AI models)</a:t>
            </a:r>
          </a:p>
          <a:p>
            <a:pPr marL="381000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Databases:</a:t>
            </a:r>
            <a:r>
              <a:rPr lang="en-US" dirty="0"/>
              <a:t> </a:t>
            </a:r>
            <a:r>
              <a:rPr lang="en-US" dirty="0" err="1"/>
              <a:t>SupaBase</a:t>
            </a:r>
            <a:endParaRPr lang="en-US" dirty="0"/>
          </a:p>
          <a:p>
            <a:pPr marL="381000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 err="1"/>
              <a:t>Tools:Lovable</a:t>
            </a:r>
            <a:r>
              <a:rPr lang="en-US" dirty="0"/>
              <a:t> AI</a:t>
            </a: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" name="Freeform 3"/>
          <p:cNvSpPr/>
          <p:nvPr/>
        </p:nvSpPr>
        <p:spPr>
          <a:xfrm>
            <a:off x="15910982" y="463512"/>
            <a:ext cx="2113660" cy="100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" name="Freeform 4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Freeform 5"/>
          <p:cNvSpPr/>
          <p:nvPr/>
        </p:nvSpPr>
        <p:spPr>
          <a:xfrm>
            <a:off x="578499" y="674602"/>
            <a:ext cx="1854575" cy="11552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TextBox 6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04</a:t>
            </a:r>
          </a:p>
        </p:txBody>
      </p:sp>
      <p:sp>
        <p:nvSpPr>
          <p:cNvPr id="129" name="TextBox 7"/>
          <p:cNvSpPr txBox="1"/>
          <p:nvPr/>
        </p:nvSpPr>
        <p:spPr>
          <a:xfrm>
            <a:off x="3876855" y="455527"/>
            <a:ext cx="10590347" cy="920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600"/>
              </a:lnSpc>
              <a:defRPr sz="5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130" name="TextBox 8"/>
          <p:cNvSpPr txBox="1"/>
          <p:nvPr/>
        </p:nvSpPr>
        <p:spPr>
          <a:xfrm>
            <a:off x="3348718" y="9794298"/>
            <a:ext cx="10603745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Sri Indu College of Engg &amp; Tech - Cyber Club, Department of Cyber Security</a:t>
            </a:r>
          </a:p>
        </p:txBody>
      </p:sp>
      <p:sp>
        <p:nvSpPr>
          <p:cNvPr id="131" name="TextBox 9"/>
          <p:cNvSpPr txBox="1"/>
          <p:nvPr/>
        </p:nvSpPr>
        <p:spPr>
          <a:xfrm>
            <a:off x="793673" y="882422"/>
            <a:ext cx="1424229" cy="669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</a:t>
            </a:r>
          </a:p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Bros</a:t>
            </a:r>
          </a:p>
        </p:txBody>
      </p:sp>
      <p:sp>
        <p:nvSpPr>
          <p:cNvPr id="132" name="TextBox 10"/>
          <p:cNvSpPr txBox="1"/>
          <p:nvPr/>
        </p:nvSpPr>
        <p:spPr>
          <a:xfrm>
            <a:off x="996764" y="2796711"/>
            <a:ext cx="17077143" cy="5571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41157" indent="-441157">
              <a:lnSpc>
                <a:spcPts val="7400"/>
              </a:lnSpc>
              <a:buSzPct val="100000"/>
              <a:buChar char="•"/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Technically feasible using existing AI, APIs, and cloud platforms.</a:t>
            </a:r>
          </a:p>
          <a:p>
            <a:pPr marL="441157" indent="-441157">
              <a:lnSpc>
                <a:spcPts val="7400"/>
              </a:lnSpc>
              <a:buSzPct val="100000"/>
              <a:buChar char="•"/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Challenges: data privacy, academic accuracy, and system integration.</a:t>
            </a:r>
          </a:p>
          <a:p>
            <a:pPr marL="441157" indent="-441157">
              <a:lnSpc>
                <a:spcPts val="7400"/>
              </a:lnSpc>
              <a:buSzPct val="100000"/>
              <a:buChar char="•"/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Risk of low user engagement and trust.</a:t>
            </a:r>
          </a:p>
          <a:p>
            <a:pPr marL="441157" indent="-441157">
              <a:lnSpc>
                <a:spcPts val="7400"/>
              </a:lnSpc>
              <a:buSzPct val="100000"/>
              <a:buChar char="•"/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Strategies: strong encryption, verified content, modular integration, and intuitive UI.</a:t>
            </a:r>
          </a:p>
          <a:p>
            <a:pPr marL="441157" indent="-441157">
              <a:lnSpc>
                <a:spcPts val="7400"/>
              </a:lnSpc>
              <a:buSzPct val="100000"/>
              <a:buChar char="•"/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Focus on user onboarding and feedback to improve adoption.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Freeform 3"/>
          <p:cNvSpPr/>
          <p:nvPr/>
        </p:nvSpPr>
        <p:spPr>
          <a:xfrm>
            <a:off x="15910982" y="463512"/>
            <a:ext cx="2113660" cy="100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Freeform 4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" name="Freeform 5"/>
          <p:cNvSpPr/>
          <p:nvPr/>
        </p:nvSpPr>
        <p:spPr>
          <a:xfrm>
            <a:off x="578499" y="674602"/>
            <a:ext cx="1854575" cy="11552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" name="TextBox 6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05</a:t>
            </a:r>
          </a:p>
        </p:txBody>
      </p:sp>
      <p:sp>
        <p:nvSpPr>
          <p:cNvPr id="139" name="TextBox 7"/>
          <p:cNvSpPr txBox="1"/>
          <p:nvPr/>
        </p:nvSpPr>
        <p:spPr>
          <a:xfrm>
            <a:off x="4624649" y="565675"/>
            <a:ext cx="8879583" cy="92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600"/>
              </a:lnSpc>
              <a:defRPr sz="5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IMPACT AND BENEFITS</a:t>
            </a:r>
          </a:p>
        </p:txBody>
      </p:sp>
      <p:sp>
        <p:nvSpPr>
          <p:cNvPr id="140" name="TextBox 8"/>
          <p:cNvSpPr txBox="1"/>
          <p:nvPr/>
        </p:nvSpPr>
        <p:spPr>
          <a:xfrm>
            <a:off x="3663859" y="9794298"/>
            <a:ext cx="10176055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Sri Indu College of Engg &amp; Tech - Cyber Club, Department of Cyber Security</a:t>
            </a:r>
          </a:p>
        </p:txBody>
      </p:sp>
      <p:sp>
        <p:nvSpPr>
          <p:cNvPr id="141" name="TextBox 9"/>
          <p:cNvSpPr txBox="1"/>
          <p:nvPr/>
        </p:nvSpPr>
        <p:spPr>
          <a:xfrm>
            <a:off x="793673" y="882422"/>
            <a:ext cx="1424229" cy="669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</a:t>
            </a:r>
          </a:p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Bros</a:t>
            </a:r>
          </a:p>
        </p:txBody>
      </p:sp>
      <p:sp>
        <p:nvSpPr>
          <p:cNvPr id="142" name="TextBox 10"/>
          <p:cNvSpPr txBox="1"/>
          <p:nvPr/>
        </p:nvSpPr>
        <p:spPr>
          <a:xfrm>
            <a:off x="1185435" y="2684165"/>
            <a:ext cx="15962853" cy="589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11078" indent="-411078">
              <a:lnSpc>
                <a:spcPts val="6700"/>
              </a:lnSpc>
              <a:buSzPct val="100000"/>
              <a:buChar char="•"/>
              <a:defRPr sz="4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Empowers students with better time management and academic support.</a:t>
            </a:r>
          </a:p>
          <a:p>
            <a:pPr marL="411078" indent="-411078">
              <a:lnSpc>
                <a:spcPts val="6700"/>
              </a:lnSpc>
              <a:buSzPct val="100000"/>
              <a:buChar char="•"/>
              <a:defRPr sz="4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Reduces stress by automating reminders and simplifying study planning.</a:t>
            </a:r>
          </a:p>
          <a:p>
            <a:pPr marL="411078" indent="-411078">
              <a:lnSpc>
                <a:spcPts val="6700"/>
              </a:lnSpc>
              <a:buSzPct val="100000"/>
              <a:buChar char="•"/>
              <a:defRPr sz="4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Increases academic performance through personalized assistance.</a:t>
            </a:r>
          </a:p>
          <a:p>
            <a:pPr marL="411078" indent="-411078">
              <a:lnSpc>
                <a:spcPts val="6700"/>
              </a:lnSpc>
              <a:buSzPct val="100000"/>
              <a:buChar char="•"/>
              <a:defRPr sz="4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Economically beneficial by reducing the need for external tutoring.</a:t>
            </a:r>
          </a:p>
          <a:p>
            <a:pPr marL="411078" indent="-411078">
              <a:lnSpc>
                <a:spcPts val="6700"/>
              </a:lnSpc>
              <a:buSzPct val="100000"/>
              <a:buChar char="•"/>
              <a:defRPr sz="4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Promotes digital literacy and smart learning habits among students.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Freeform 3"/>
          <p:cNvSpPr/>
          <p:nvPr/>
        </p:nvSpPr>
        <p:spPr>
          <a:xfrm>
            <a:off x="15910982" y="463512"/>
            <a:ext cx="2113660" cy="100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Freeform 4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Freeform 5"/>
          <p:cNvSpPr/>
          <p:nvPr/>
        </p:nvSpPr>
        <p:spPr>
          <a:xfrm>
            <a:off x="578499" y="674602"/>
            <a:ext cx="1854575" cy="11552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extBox 6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06</a:t>
            </a:r>
          </a:p>
        </p:txBody>
      </p:sp>
      <p:sp>
        <p:nvSpPr>
          <p:cNvPr id="149" name="TextBox 7"/>
          <p:cNvSpPr txBox="1"/>
          <p:nvPr/>
        </p:nvSpPr>
        <p:spPr>
          <a:xfrm>
            <a:off x="3482111" y="455527"/>
            <a:ext cx="11323777" cy="920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600"/>
              </a:lnSpc>
              <a:defRPr sz="5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RESEARCH AND REFERENCES</a:t>
            </a:r>
          </a:p>
        </p:txBody>
      </p:sp>
      <p:sp>
        <p:nvSpPr>
          <p:cNvPr id="150" name="TextBox 8"/>
          <p:cNvSpPr txBox="1"/>
          <p:nvPr/>
        </p:nvSpPr>
        <p:spPr>
          <a:xfrm>
            <a:off x="3795993" y="9794298"/>
            <a:ext cx="10378644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Sri Indu College of Engg &amp; Tech - Cyber Club, Department of Cyber Security</a:t>
            </a:r>
          </a:p>
        </p:txBody>
      </p:sp>
      <p:sp>
        <p:nvSpPr>
          <p:cNvPr id="151" name="TextBox 9"/>
          <p:cNvSpPr txBox="1"/>
          <p:nvPr/>
        </p:nvSpPr>
        <p:spPr>
          <a:xfrm>
            <a:off x="793673" y="882422"/>
            <a:ext cx="1424229" cy="669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</a:t>
            </a:r>
          </a:p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Bros</a:t>
            </a:r>
          </a:p>
        </p:txBody>
      </p:sp>
      <p:sp>
        <p:nvSpPr>
          <p:cNvPr id="152" name="TextBox 10"/>
          <p:cNvSpPr txBox="1"/>
          <p:nvPr/>
        </p:nvSpPr>
        <p:spPr>
          <a:xfrm>
            <a:off x="1805270" y="1717717"/>
            <a:ext cx="15585558" cy="763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61210" indent="-461210">
              <a:lnSpc>
                <a:spcPts val="76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on AI in education:</a:t>
            </a:r>
          </a:p>
          <a:p>
            <a:pPr marL="461210" indent="-461210">
              <a:lnSpc>
                <a:spcPts val="76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https://www.sciencedirect.com/science/article/pii/S0360131520302199</a:t>
            </a:r>
          </a:p>
          <a:p>
            <a:pPr marL="461210" indent="-461210">
              <a:lnSpc>
                <a:spcPts val="76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 of chatbots in learning environments: </a:t>
            </a:r>
          </a:p>
          <a:p>
            <a:pPr marL="461210" indent="-461210">
              <a:lnSpc>
                <a:spcPts val="76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https://ieeexplore.ieee.org/document/8954007</a:t>
            </a:r>
          </a:p>
          <a:p>
            <a:pPr marL="461210" indent="-461210">
              <a:lnSpc>
                <a:spcPts val="76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Study schedule optimization using machine learning:</a:t>
            </a:r>
          </a:p>
          <a:p>
            <a:pPr marL="461210" indent="-461210">
              <a:lnSpc>
                <a:spcPts val="76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https://arxiv.org/abs/2003.14391</a:t>
            </a:r>
          </a:p>
          <a:p>
            <a:pPr marL="461210" indent="-461210">
              <a:lnSpc>
                <a:spcPts val="76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privacy in AI-powered student tools:</a:t>
            </a:r>
          </a:p>
          <a:p>
            <a:pPr marL="381000" indent="-381000">
              <a:lnSpc>
                <a:spcPts val="7600"/>
              </a:lnSpc>
              <a:buSzPct val="100000"/>
              <a:buChar char="•"/>
              <a:defRPr sz="3800" b="1">
                <a:ln w="12700" cap="flat">
                  <a:solidFill>
                    <a:srgbClr val="000000"/>
                  </a:solidFill>
                  <a:prstDash val="solid"/>
                  <a:miter lim="400000"/>
                </a:ln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https://www.ncbi.nlm.nih.gov/pmc/articles/PMC7949374/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Freeform 3"/>
          <p:cNvSpPr/>
          <p:nvPr/>
        </p:nvSpPr>
        <p:spPr>
          <a:xfrm>
            <a:off x="15910982" y="463512"/>
            <a:ext cx="2113660" cy="100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Freeform 4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" name="Freeform 5"/>
          <p:cNvSpPr/>
          <p:nvPr/>
        </p:nvSpPr>
        <p:spPr>
          <a:xfrm>
            <a:off x="578499" y="674602"/>
            <a:ext cx="1854575" cy="11552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TextBox 6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07</a:t>
            </a:r>
          </a:p>
        </p:txBody>
      </p:sp>
      <p:sp>
        <p:nvSpPr>
          <p:cNvPr id="159" name="TextBox 7"/>
          <p:cNvSpPr txBox="1"/>
          <p:nvPr/>
        </p:nvSpPr>
        <p:spPr>
          <a:xfrm>
            <a:off x="4383473" y="841771"/>
            <a:ext cx="9937555" cy="920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600"/>
              </a:lnSpc>
              <a:defRPr sz="5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FUTURE ENHANCEMENTS</a:t>
            </a:r>
          </a:p>
        </p:txBody>
      </p:sp>
      <p:sp>
        <p:nvSpPr>
          <p:cNvPr id="160" name="TextBox 8"/>
          <p:cNvSpPr txBox="1"/>
          <p:nvPr/>
        </p:nvSpPr>
        <p:spPr>
          <a:xfrm>
            <a:off x="3596330" y="9794298"/>
            <a:ext cx="10206968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Sri Indu College of Engg &amp; Tech - Cyber Club, Department of Cyber Security</a:t>
            </a:r>
          </a:p>
        </p:txBody>
      </p:sp>
      <p:sp>
        <p:nvSpPr>
          <p:cNvPr id="161" name="TextBox 9"/>
          <p:cNvSpPr txBox="1"/>
          <p:nvPr/>
        </p:nvSpPr>
        <p:spPr>
          <a:xfrm>
            <a:off x="793673" y="882422"/>
            <a:ext cx="1424229" cy="669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</a:t>
            </a:r>
          </a:p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Bros</a:t>
            </a:r>
          </a:p>
        </p:txBody>
      </p:sp>
      <p:sp>
        <p:nvSpPr>
          <p:cNvPr id="162" name="TextBox 10"/>
          <p:cNvSpPr txBox="1"/>
          <p:nvPr/>
        </p:nvSpPr>
        <p:spPr>
          <a:xfrm>
            <a:off x="803599" y="3139211"/>
            <a:ext cx="16680802" cy="400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91026" indent="-391026">
              <a:lnSpc>
                <a:spcPts val="6400"/>
              </a:lnSpc>
              <a:buSzPct val="100000"/>
              <a:buChar char="•"/>
              <a:defRPr sz="3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Voice assistant integration for hands-free interaction.</a:t>
            </a:r>
          </a:p>
          <a:p>
            <a:pPr marL="391026" indent="-391026">
              <a:lnSpc>
                <a:spcPts val="6400"/>
              </a:lnSpc>
              <a:buSzPct val="100000"/>
              <a:buChar char="•"/>
              <a:defRPr sz="3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Multilingual support to assist a diverse range of students.</a:t>
            </a:r>
          </a:p>
          <a:p>
            <a:pPr marL="391026" indent="-391026">
              <a:lnSpc>
                <a:spcPts val="6400"/>
              </a:lnSpc>
              <a:buSzPct val="100000"/>
              <a:buChar char="•"/>
              <a:defRPr sz="3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AI-based performance tracking and personalized study recommendations.</a:t>
            </a:r>
          </a:p>
          <a:p>
            <a:pPr marL="391026" indent="-391026">
              <a:lnSpc>
                <a:spcPts val="6400"/>
              </a:lnSpc>
              <a:buSzPct val="100000"/>
              <a:buChar char="•"/>
              <a:defRPr sz="3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Integration with wearable devices for smart reminders and focus tracking.</a:t>
            </a:r>
          </a:p>
          <a:p>
            <a:pPr marL="391026" indent="-391026">
              <a:lnSpc>
                <a:spcPts val="6400"/>
              </a:lnSpc>
              <a:buSzPct val="100000"/>
              <a:buChar char="•"/>
              <a:defRPr sz="3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Gamification features to boost motivation and engagement.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165" name="Freeform 3"/>
          <p:cNvSpPr/>
          <p:nvPr/>
        </p:nvSpPr>
        <p:spPr>
          <a:xfrm>
            <a:off x="15910982" y="463512"/>
            <a:ext cx="2113660" cy="100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Freeform 4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" name="Freeform 5"/>
          <p:cNvSpPr/>
          <p:nvPr/>
        </p:nvSpPr>
        <p:spPr>
          <a:xfrm>
            <a:off x="578499" y="674602"/>
            <a:ext cx="1854575" cy="11552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TextBox 6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08</a:t>
            </a:r>
          </a:p>
        </p:txBody>
      </p:sp>
      <p:sp>
        <p:nvSpPr>
          <p:cNvPr id="169" name="TextBox 7"/>
          <p:cNvSpPr txBox="1"/>
          <p:nvPr/>
        </p:nvSpPr>
        <p:spPr>
          <a:xfrm>
            <a:off x="5644036" y="1018926"/>
            <a:ext cx="8857073" cy="92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600"/>
              </a:lnSpc>
              <a:defRPr sz="5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DEMO (IF APPLICABLE)</a:t>
            </a:r>
          </a:p>
        </p:txBody>
      </p:sp>
      <p:sp>
        <p:nvSpPr>
          <p:cNvPr id="170" name="TextBox 8"/>
          <p:cNvSpPr txBox="1"/>
          <p:nvPr/>
        </p:nvSpPr>
        <p:spPr>
          <a:xfrm>
            <a:off x="3950475" y="9794298"/>
            <a:ext cx="10387049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rPr dirty="0"/>
              <a:t>Sri Indu College of </a:t>
            </a:r>
            <a:r>
              <a:rPr dirty="0" err="1"/>
              <a:t>Engg</a:t>
            </a:r>
            <a:r>
              <a:rPr dirty="0"/>
              <a:t> &amp; Tech - Cyber Club, Department of Cyber Security</a:t>
            </a:r>
          </a:p>
        </p:txBody>
      </p:sp>
      <p:sp>
        <p:nvSpPr>
          <p:cNvPr id="171" name="TextBox 9"/>
          <p:cNvSpPr txBox="1"/>
          <p:nvPr/>
        </p:nvSpPr>
        <p:spPr>
          <a:xfrm>
            <a:off x="793673" y="882422"/>
            <a:ext cx="1424229" cy="669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</a:t>
            </a:r>
          </a:p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Bros</a:t>
            </a:r>
          </a:p>
        </p:txBody>
      </p:sp>
      <p:sp>
        <p:nvSpPr>
          <p:cNvPr id="172" name="TextBox 10"/>
          <p:cNvSpPr txBox="1"/>
          <p:nvPr/>
        </p:nvSpPr>
        <p:spPr>
          <a:xfrm>
            <a:off x="942487" y="4371214"/>
            <a:ext cx="16448750" cy="72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300"/>
              </a:lnSpc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96335-F418-C405-79DE-8DEBCB47F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8387" y="2174258"/>
            <a:ext cx="12592596" cy="725932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reeform 2"/>
          <p:cNvSpPr/>
          <p:nvPr/>
        </p:nvSpPr>
        <p:spPr>
          <a:xfrm>
            <a:off x="0" y="1270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" name="Freeform 3"/>
          <p:cNvSpPr/>
          <p:nvPr/>
        </p:nvSpPr>
        <p:spPr>
          <a:xfrm>
            <a:off x="15910982" y="463512"/>
            <a:ext cx="2113660" cy="100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Freeform 4"/>
          <p:cNvSpPr/>
          <p:nvPr/>
        </p:nvSpPr>
        <p:spPr>
          <a:xfrm>
            <a:off x="45724" y="9692353"/>
            <a:ext cx="18242275" cy="5946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" name="Freeform 5"/>
          <p:cNvSpPr/>
          <p:nvPr/>
        </p:nvSpPr>
        <p:spPr>
          <a:xfrm>
            <a:off x="578499" y="674602"/>
            <a:ext cx="1854575" cy="11552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8" name="TextBox 6"/>
          <p:cNvSpPr txBox="1"/>
          <p:nvPr/>
        </p:nvSpPr>
        <p:spPr>
          <a:xfrm>
            <a:off x="16666900" y="9794298"/>
            <a:ext cx="1621101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Page 09</a:t>
            </a:r>
          </a:p>
        </p:txBody>
      </p:sp>
      <p:sp>
        <p:nvSpPr>
          <p:cNvPr id="179" name="TextBox 7"/>
          <p:cNvSpPr txBox="1"/>
          <p:nvPr/>
        </p:nvSpPr>
        <p:spPr>
          <a:xfrm>
            <a:off x="4119602" y="841771"/>
            <a:ext cx="10266948" cy="920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600"/>
              </a:lnSpc>
              <a:defRPr sz="5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 &amp; THANK YOU</a:t>
            </a:r>
          </a:p>
        </p:txBody>
      </p:sp>
      <p:sp>
        <p:nvSpPr>
          <p:cNvPr id="180" name="TextBox 8"/>
          <p:cNvSpPr txBox="1"/>
          <p:nvPr/>
        </p:nvSpPr>
        <p:spPr>
          <a:xfrm>
            <a:off x="3895354" y="9794298"/>
            <a:ext cx="10491194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defRPr>
            </a:lvl1pPr>
          </a:lstStyle>
          <a:p>
            <a:r>
              <a:t>Sri Indu College of Engg &amp; Tech - Cyber Club, Department of Cyber Security</a:t>
            </a:r>
          </a:p>
        </p:txBody>
      </p:sp>
      <p:sp>
        <p:nvSpPr>
          <p:cNvPr id="181" name="TextBox 9"/>
          <p:cNvSpPr txBox="1"/>
          <p:nvPr/>
        </p:nvSpPr>
        <p:spPr>
          <a:xfrm>
            <a:off x="793673" y="882422"/>
            <a:ext cx="1424229" cy="669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</a:t>
            </a:r>
          </a:p>
          <a:p>
            <a:pPr algn="ctr">
              <a:lnSpc>
                <a:spcPts val="2700"/>
              </a:lnSpc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Bros</a:t>
            </a:r>
          </a:p>
        </p:txBody>
      </p:sp>
      <p:sp>
        <p:nvSpPr>
          <p:cNvPr id="182" name="TextBox 10"/>
          <p:cNvSpPr txBox="1"/>
          <p:nvPr/>
        </p:nvSpPr>
        <p:spPr>
          <a:xfrm>
            <a:off x="1534564" y="3670443"/>
            <a:ext cx="15823125" cy="474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762000" lvl="1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conclusion, this AI-powered student assistant helps manage study schedules, reminds of deadlines, and provides academic support by leveraging a custom-trained knowledge base. It aims to enhance learning efficiency and organization for students.</a:t>
            </a:r>
          </a:p>
          <a:p>
            <a:pPr marL="762000" lvl="1" indent="-381000">
              <a:lnSpc>
                <a:spcPts val="6300"/>
              </a:lnSpc>
              <a:buSzPct val="100000"/>
              <a:buChar char="•"/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 to the organizers and mentors for their guidance and support throughout this project!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605</Words>
  <Application>Microsoft Office PowerPoint</Application>
  <PresentationFormat>Custom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Hiteshwar Ale</dc:creator>
  <cp:lastModifiedBy>Hiteshwar Ale</cp:lastModifiedBy>
  <cp:revision>2</cp:revision>
  <dcterms:modified xsi:type="dcterms:W3CDTF">2025-04-30T13:06:55Z</dcterms:modified>
</cp:coreProperties>
</file>